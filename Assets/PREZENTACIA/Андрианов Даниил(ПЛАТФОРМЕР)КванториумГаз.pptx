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 showGuides="1">
      <p:cViewPr>
        <p:scale>
          <a:sx n="64" d="100"/>
          <a:sy n="64" d="100"/>
        </p:scale>
        <p:origin x="240" y="8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BE5E-5333-4BD4-98F4-AC5F1DC5955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46F6-9D0E-46BC-851D-41D1A5CE4D7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fonts.google.com/specimen/Montserrat?subset=cyrilli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51749" y="1788676"/>
            <a:ext cx="7629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chemeClr val="tx2">
                    <a:lumMod val="75000"/>
                  </a:schemeClr>
                </a:solidFill>
                <a:latin typeface="Montserrat SemiBold" pitchFamily="2" charset="-52"/>
              </a:rPr>
              <a:t>Платформер</a:t>
            </a:r>
            <a:endParaRPr lang="ru-RU" sz="4000" b="1" dirty="0">
              <a:solidFill>
                <a:schemeClr val="tx2">
                  <a:lumMod val="75000"/>
                </a:schemeClr>
              </a:solidFill>
              <a:latin typeface="Montserrat SemiBold" pitchFamily="2" charset="-5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13147" y="6329362"/>
            <a:ext cx="11671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itchFamily="2" charset="-52"/>
              </a:rPr>
              <a:t>2026 год</a:t>
            </a:r>
            <a:endParaRPr lang="ru-RU" dirty="0">
              <a:solidFill>
                <a:schemeClr val="tx2">
                  <a:lumMod val="75000"/>
                </a:schemeClr>
              </a:solidFill>
              <a:latin typeface="Montserrat Medium" pitchFamily="2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99682" y="4852034"/>
            <a:ext cx="2477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itchFamily="2" charset="-52"/>
              </a:rPr>
              <a:t>Андрианов Даниил</a:t>
            </a:r>
            <a:endParaRPr lang="ru-RU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2436" y="548986"/>
            <a:ext cx="105144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Для оформления твоей презентации мы предлагаем тебе два вида слайдов: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с оленем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без оленя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Тебе нужно просто скопировать эти слайды в нужном количестве!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  <a:sym typeface="Wingdings" panose="05000000000000000000" pitchFamily="2" charset="2"/>
              </a:rPr>
              <a:t>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181" y="3754469"/>
            <a:ext cx="758412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Обрати внимание, что цвет надписей – сизый 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(сизый, текст 2, более тёмный оттенок 50%). 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Пожалуйста, не используй чёрный.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Если имеется необходимость добавить ещё один цвет: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подумай, нужно ли тебе это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посоветуйся с наставником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вернись к первому пункту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itchFamily="2" charset="-52"/>
              </a:rPr>
              <a:t>в крайнем случае используй белый!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Montserrat" pitchFamily="2" charset="-52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605020" y="2163445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6600"/>
              <a:t>УДАЛИТЬ</a:t>
            </a:r>
            <a:endParaRPr lang="ru-RU" altLang="en-US" sz="6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72144" y="554181"/>
            <a:ext cx="969528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Montserrat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 – это название семейства шрифтов, который используется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в данной презентации.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Скачай и установи его, если до сих пор этого не сделал.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  <a:hlinkClick r:id="rId1"/>
              </a:rPr>
              <a:t>Montserrat - Google Fonts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Не бойся выделять акценты </a:t>
            </a:r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жирным,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 </a:t>
            </a:r>
            <a:r>
              <a:rPr lang="ru-RU" sz="2000" i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использовать курсив </a:t>
            </a:r>
            <a:endParaRPr lang="ru-RU" sz="2000" i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u="sng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 подчёркивать важную информацию!</a:t>
            </a:r>
            <a:endParaRPr lang="ru-RU" sz="2000" u="sng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endParaRPr lang="ru-RU" sz="2000" u="sng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Не забывай о том, что презентация – дополнение твоего выступления.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На ней </a:t>
            </a:r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не должно быть много текста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, только краткие тезисы!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0364" y="5903709"/>
            <a:ext cx="6200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Мы верим, что у тебя всё получится! Дерзай!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140075" y="4332605"/>
            <a:ext cx="6096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7200">
                <a:sym typeface="+mn-ea"/>
              </a:rPr>
              <a:t>УДАЛИТЬ</a:t>
            </a:r>
            <a:endParaRPr lang="ru-RU" altLang="en-US"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30799" y="256598"/>
            <a:ext cx="6873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Актуальность и суть проекта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59" y="2054877"/>
            <a:ext cx="1121029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Какую проблему решает ваш проект? </a:t>
            </a:r>
            <a:endParaRPr lang="ru-RU" sz="2000" b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Жанр 2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D-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платформеров переживает «золотой век» в инди-индустрии.</a:t>
            </a:r>
            <a:endParaRPr lang="en-US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Игроки ищут уникальные сочетания механик и высокую сложность.</a:t>
            </a:r>
            <a:endParaRPr lang="en-US" altLang="en-US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algn="l"/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Какова его степень важности в данный момент?</a:t>
            </a:r>
            <a:endParaRPr lang="ru-RU" sz="2000" b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Проект развивает навыки геймдизайна и программирования на 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C# 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в среде 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Unity.</a:t>
            </a:r>
            <a:endParaRPr lang="en-US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algn="l"/>
            <a:endParaRPr lang="ru-RU" sz="2000" b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algn="l"/>
            <a:endParaRPr lang="ru-RU" sz="2000" b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12137" y="256598"/>
            <a:ext cx="5440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Цель и задачи проекта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59" y="2054877"/>
            <a:ext cx="11296015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Цель – Спроектировать и р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азработать </a:t>
            </a:r>
            <a:r>
              <a:rPr lang="ru-RU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игру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 2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D-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платформер</a:t>
            </a:r>
            <a:r>
              <a:rPr lang="ru-RU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 на движке </a:t>
            </a: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Unity .</a:t>
            </a:r>
            <a:endParaRPr lang="en-US" altLang="en-US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algn="l"/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Задач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:</a:t>
            </a:r>
            <a:endParaRPr lang="en-US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457200" indent="-457200" algn="l">
              <a:buAutoNum type="arabicPeriod"/>
            </a:pP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Изучить механики 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Cinemachine, Tilemap,</a:t>
            </a: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 джоинтов, эффекторов, 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sprite render </a:t>
            </a: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 др.</a:t>
            </a:r>
            <a:endParaRPr lang="ru-RU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457200" indent="-457200" algn="l">
              <a:buAutoNum type="arabicPeriod"/>
            </a:pP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Написать код для механик 2</a:t>
            </a:r>
            <a:r>
              <a:rPr lang="en-US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d </a:t>
            </a: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платформера</a:t>
            </a:r>
            <a:endParaRPr lang="ru-RU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457200" indent="-457200" algn="l">
              <a:buAutoNum type="arabicPeriod"/>
            </a:pPr>
            <a:r>
              <a:rPr lang="ru-RU" alt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Создать проект!</a:t>
            </a:r>
            <a:endParaRPr lang="ru-RU" alt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Анализ существующих решений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59" y="2054877"/>
            <a:ext cx="99100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Возможно, что у твоего проекта есть аналоги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Добавь на этот слайд фото и краткие описания аналогов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А на следующем слайде проанализируй уже существующие варианты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и ваш вариант решения проблемы. Выбери для них разные параметры: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стоимость, затраты, материалы и т.п.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Анализ существующих решений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1366" y="1975143"/>
          <a:ext cx="11549268" cy="51636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17"/>
                <a:gridCol w="2887317"/>
                <a:gridCol w="2887317"/>
                <a:gridCol w="2887317"/>
              </a:tblGrid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Montserrat SemiBold" pitchFamily="2" charset="-52"/>
                        </a:rPr>
                        <a:t>Параметр сравнения</a:t>
                      </a:r>
                      <a:endParaRPr lang="ru-RU" sz="2000" dirty="0">
                        <a:solidFill>
                          <a:schemeClr val="bg1"/>
                        </a:solidFill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 sz="2000" dirty="0">
                          <a:latin typeface="Montserrat SemiBold" pitchFamily="2" charset="-52"/>
                        </a:rPr>
                        <a:t>Celeste</a:t>
                      </a:r>
                      <a:endParaRPr lang="en-US" altLang="ru-RU" sz="2000" dirty="0"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 sz="2000" dirty="0">
                          <a:latin typeface="Montserrat SemiBold" pitchFamily="2" charset="-52"/>
                        </a:rPr>
                        <a:t>Hollow Knight</a:t>
                      </a:r>
                      <a:endParaRPr lang="en-US" altLang="ru-RU" sz="2000" dirty="0"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itchFamily="2" charset="-52"/>
                        </a:rPr>
                        <a:t>Ваше решение</a:t>
                      </a:r>
                      <a:endParaRPr lang="ru-RU" sz="2000" dirty="0"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itchFamily="2" charset="-52"/>
                        </a:rPr>
                        <a:t>Тип боя</a:t>
                      </a:r>
                      <a:endParaRPr lang="en-US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Montserrat" pitchFamily="2" charset="-52"/>
                        </a:rPr>
                        <a:t>Нет</a:t>
                      </a:r>
                      <a:endParaRPr lang="ru-RU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Montserrat" pitchFamily="2" charset="-52"/>
                        </a:rPr>
                        <a:t>Ближний</a:t>
                      </a:r>
                      <a:endParaRPr lang="en-US" altLang="en-US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Montserrat" pitchFamily="2" charset="-52"/>
                        </a:rPr>
                        <a:t>Дальний</a:t>
                      </a:r>
                      <a:endParaRPr lang="ru-RU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itchFamily="2" charset="-52"/>
                        </a:rPr>
                        <a:t>Сложность</a:t>
                      </a:r>
                      <a:endParaRPr lang="en-US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Montserrat" pitchFamily="2" charset="-52"/>
                        </a:rPr>
                        <a:t>Экстремальная</a:t>
                      </a:r>
                      <a:endParaRPr lang="en-US" altLang="en-US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Montserrat" pitchFamily="2" charset="-52"/>
                        </a:rPr>
                        <a:t>Высокая</a:t>
                      </a:r>
                      <a:endParaRPr lang="en-US" altLang="en-US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Montserrat" pitchFamily="2" charset="-52"/>
                        </a:rPr>
                        <a:t>Увеличивующаяся</a:t>
                      </a:r>
                      <a:endParaRPr lang="ru-RU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itchFamily="2" charset="-52"/>
                        </a:rPr>
                        <a:t>Секреты</a:t>
                      </a:r>
                      <a:endParaRPr lang="en-US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Montserrat" pitchFamily="2" charset="-52"/>
                        </a:rPr>
                        <a:t>Да</a:t>
                      </a:r>
                      <a:endParaRPr lang="en-US" altLang="en-US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Montserrat" pitchFamily="2" charset="-52"/>
                        </a:rPr>
                        <a:t>Да</a:t>
                      </a:r>
                      <a:endParaRPr lang="en-US" altLang="en-US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>
                          <a:latin typeface="Montserrat" pitchFamily="2" charset="-52"/>
                        </a:rPr>
                        <a:t>1 скрытый уровень</a:t>
                      </a:r>
                      <a:endParaRPr lang="en-US" altLang="en-US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itchFamily="2" charset="-52"/>
                        </a:rPr>
                        <a:t>Движок</a:t>
                      </a:r>
                      <a:endParaRPr lang="en-US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>
                          <a:latin typeface="Montserrat" pitchFamily="2" charset="-52"/>
                        </a:rPr>
                        <a:t>XNA</a:t>
                      </a:r>
                      <a:endParaRPr lang="en-US" altLang="ru-RU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 dirty="0">
                          <a:latin typeface="Montserrat" pitchFamily="2" charset="-52"/>
                        </a:rPr>
                        <a:t>Unity</a:t>
                      </a:r>
                      <a:endParaRPr lang="en-US" altLang="ru-RU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>
                          <a:latin typeface="Montserrat" pitchFamily="2" charset="-52"/>
                        </a:rPr>
                        <a:t>Unity</a:t>
                      </a:r>
                      <a:endParaRPr lang="en-US" altLang="ru-RU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1389" y="256598"/>
            <a:ext cx="696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Потенциальные потребители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56870" y="1571625"/>
            <a:ext cx="7548245" cy="3325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Montserrat" charset="0"/>
                <a:cs typeface="Montserrat" charset="0"/>
              </a:rPr>
              <a:t>Возраст: 14–35 лет.</a:t>
            </a:r>
            <a:endParaRPr lang="en-US" altLang="en-US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Montserrat" charset="0"/>
                <a:cs typeface="Montserrat" charset="0"/>
              </a:rPr>
              <a:t>Интересы: Любители инди-игр, ретро-гейминга и челленджей.</a:t>
            </a:r>
            <a:endParaRPr lang="en-US" altLang="en-US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Montserrat" charset="0"/>
                <a:cs typeface="Montserrat" charset="0"/>
              </a:rPr>
              <a:t>География: Весь мир</a:t>
            </a:r>
            <a:endParaRPr lang="en-US" altLang="en-US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>
              <a:latin typeface="Montserrat" charset="0"/>
              <a:cs typeface="Montserra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Montserrat" charset="0"/>
                <a:cs typeface="Montserrat" charset="0"/>
              </a:rPr>
              <a:t>Типаж: Игроки, которые ценят «</a:t>
            </a:r>
            <a:r>
              <a:rPr lang="en-US" altLang="ru-RU">
                <a:latin typeface="Montserrat" charset="0"/>
                <a:cs typeface="Montserrat" charset="0"/>
              </a:rPr>
              <a:t>skill-based» </a:t>
            </a:r>
            <a:r>
              <a:rPr lang="en-US" altLang="en-US">
                <a:latin typeface="Montserrat" charset="0"/>
                <a:cs typeface="Montserrat" charset="0"/>
              </a:rPr>
              <a:t>геймплей (зависящий от навыка).</a:t>
            </a:r>
            <a:endParaRPr lang="en-US" altLang="en-US">
              <a:latin typeface="Montserrat" charset="0"/>
              <a:cs typeface="Montserrat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7188200" y="1351280"/>
            <a:ext cx="40576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79484" y="256598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itchFamily="2" charset="-52"/>
              </a:rPr>
              <a:t>Описание достигнутого результата</a:t>
            </a:r>
            <a:endParaRPr lang="ru-RU" sz="3200" dirty="0">
              <a:solidFill>
                <a:schemeClr val="tx2">
                  <a:lumMod val="50000"/>
                </a:schemeClr>
              </a:solidFill>
              <a:latin typeface="Montserrat ExtraBold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59" y="1084597"/>
            <a:ext cx="655066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itchFamily="2" charset="-52"/>
              </a:rPr>
              <a:t>Как прошли предварительные испытания?</a:t>
            </a:r>
            <a:endParaRPr lang="ru-RU" sz="2000" b="1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Полностью готов контроллер игрока</a:t>
            </a:r>
            <a:r>
              <a:rPr lang="ru-RU" altLang="en-US" sz="2000">
                <a:latin typeface="Montserrat" charset="0"/>
                <a:cs typeface="Montserrat" charset="0"/>
                <a:sym typeface="+mn-ea"/>
              </a:rPr>
              <a:t> и врагов</a:t>
            </a: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.</a:t>
            </a:r>
            <a:endParaRPr lang="en-US" altLang="ru-RU" sz="2000">
              <a:latin typeface="Montserrat" charset="0"/>
              <a:cs typeface="Montserrat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Настроена механика стрельбы и урон</a:t>
            </a:r>
            <a:r>
              <a:rPr lang="ru-RU" altLang="en-US" sz="2000">
                <a:latin typeface="Montserrat" charset="0"/>
                <a:cs typeface="Montserrat" charset="0"/>
                <a:sym typeface="+mn-ea"/>
              </a:rPr>
              <a:t>а</a:t>
            </a: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.</a:t>
            </a:r>
            <a:endParaRPr lang="en-US" altLang="ru-RU" sz="2000">
              <a:latin typeface="Montserrat" charset="0"/>
              <a:cs typeface="Montserrat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Спроектированы </a:t>
            </a:r>
            <a:r>
              <a:rPr lang="ru-RU" altLang="en-US" sz="2000">
                <a:latin typeface="Montserrat" charset="0"/>
                <a:cs typeface="Montserrat" charset="0"/>
                <a:sym typeface="+mn-ea"/>
              </a:rPr>
              <a:t>и изготовлены 4</a:t>
            </a: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 локаци</a:t>
            </a:r>
            <a:r>
              <a:rPr lang="ru-RU" altLang="en-US" sz="2000">
                <a:latin typeface="Montserrat" charset="0"/>
                <a:cs typeface="Montserrat" charset="0"/>
                <a:sym typeface="+mn-ea"/>
              </a:rPr>
              <a:t>и</a:t>
            </a: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.</a:t>
            </a:r>
            <a:endParaRPr lang="en-US" altLang="ru-RU" sz="2000">
              <a:latin typeface="Montserrat" charset="0"/>
              <a:cs typeface="Montserrat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Montserrat" charset="0"/>
                <a:cs typeface="Montserrat" charset="0"/>
                <a:sym typeface="+mn-ea"/>
              </a:rPr>
              <a:t>Реализована логика финального босса.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itchFamily="2" charset="-52"/>
            </a:endParaRPr>
          </a:p>
        </p:txBody>
      </p:sp>
      <p:pic>
        <p:nvPicPr>
          <p:cNvPr id="3" name="Изображение 2" descr="Снимок экрана 2026-05-19 1730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65" y="1084580"/>
            <a:ext cx="3830320" cy="2152015"/>
          </a:xfrm>
          <a:prstGeom prst="rect">
            <a:avLst/>
          </a:prstGeom>
        </p:spPr>
      </p:pic>
      <p:pic>
        <p:nvPicPr>
          <p:cNvPr id="6" name="Изображение 5" descr="Снимок экрана 2026-05-19 173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87140"/>
            <a:ext cx="4188460" cy="2338705"/>
          </a:xfrm>
          <a:prstGeom prst="rect">
            <a:avLst/>
          </a:prstGeom>
        </p:spPr>
      </p:pic>
      <p:pic>
        <p:nvPicPr>
          <p:cNvPr id="7" name="Изображение 6" descr="Снимок экрана 2026-05-19 1733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034665"/>
            <a:ext cx="2411730" cy="349250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790" y="3538220"/>
            <a:ext cx="4267835" cy="255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2324</Words>
  <Application>WPS Presentation</Application>
  <PresentationFormat>Широкоэкранный</PresentationFormat>
  <Paragraphs>125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Montserrat SemiBold</vt:lpstr>
      <vt:lpstr>Montserrat</vt:lpstr>
      <vt:lpstr>Montserrat Medium</vt:lpstr>
      <vt:lpstr>Montserrat ExtraBold</vt:lpstr>
      <vt:lpstr>Microsoft YaHei</vt:lpstr>
      <vt:lpstr>Arial Unicode MS</vt:lpstr>
      <vt:lpstr>Calibri Light</vt:lpstr>
      <vt:lpstr>Calibri</vt:lpstr>
      <vt:lpstr>Montserrat</vt:lpstr>
      <vt:lpstr>Montserrat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media krainova</dc:creator>
  <cp:lastModifiedBy>look</cp:lastModifiedBy>
  <cp:revision>14</cp:revision>
  <dcterms:created xsi:type="dcterms:W3CDTF">2021-09-23T07:51:00Z</dcterms:created>
  <dcterms:modified xsi:type="dcterms:W3CDTF">2026-05-19T15:27:06Z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1DD6B9C3DDB34EA1B32A24938FAE6611_13</vt:lpwstr>
  </property>
</Properties>
</file>