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3" autoAdjust="0"/>
    <p:restoredTop sz="94660"/>
  </p:normalViewPr>
  <p:slideViewPr>
    <p:cSldViewPr snapToGrid="0" showGuides="1">
      <p:cViewPr varScale="1">
        <p:scale>
          <a:sx n="115" d="100"/>
          <a:sy n="115" d="100"/>
        </p:scale>
        <p:origin x="25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D652B2-8C6E-419B-8E93-813F678ADC08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6DC3D-C717-495C-B489-C044A339A551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образ слайда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ru-RU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1BE5E-5333-4BD4-98F4-AC5F1DC5955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A346F6-9D0E-46BC-851D-41D1A5CE4D7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651749" y="1788676"/>
            <a:ext cx="762952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>
                <a:solidFill>
                  <a:schemeClr val="tx2">
                    <a:lumMod val="75000"/>
                  </a:schemeClr>
                </a:solidFill>
                <a:latin typeface="Montserrat SemiBold" pitchFamily="2" charset="-52"/>
              </a:rPr>
              <a:t>Платформер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13147" y="6329362"/>
            <a:ext cx="116713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Montserrat Medium" pitchFamily="2" charset="-52"/>
              </a:rPr>
              <a:t>2026 год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9682" y="4852034"/>
            <a:ext cx="247777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Montserrat Medium" pitchFamily="2" charset="-52"/>
              </a:rPr>
              <a:t>Андрианов Даниил</a:t>
            </a:r>
            <a:endParaRPr lang="ru-RU" dirty="0">
              <a:solidFill>
                <a:schemeClr val="tx2">
                  <a:lumMod val="75000"/>
                </a:schemeClr>
              </a:solidFill>
              <a:latin typeface="Montserrat" pitchFamily="2" charset="-5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130799" y="256598"/>
            <a:ext cx="68739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Актуальность и суть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59" y="2054877"/>
            <a:ext cx="11210290" cy="2245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000" b="1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Какую проблему решает ваш проект?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Жанр 2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D-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платформеров переживает «золотой век» в инди-индустрии.</a:t>
            </a:r>
            <a:endParaRPr lang="en-US" altLang="ru-RU" sz="2000" dirty="0">
              <a:solidFill>
                <a:schemeClr val="tx2">
                  <a:lumMod val="50000"/>
                </a:schemeClr>
              </a:solidFill>
              <a:latin typeface="Montserrat" pitchFamily="2" charset="-52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Игроки ищут уникальные сочетания механик и высокую сложность.</a:t>
            </a:r>
          </a:p>
          <a:p>
            <a:pPr algn="l"/>
            <a:r>
              <a:rPr lang="ru-RU" sz="2000" b="1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Какова его степень важности в данный момент?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Проект развивает навыки геймдизайна и программирования на 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C# 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в среде 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Unity.</a:t>
            </a:r>
          </a:p>
          <a:p>
            <a:pPr algn="l"/>
            <a:endParaRPr lang="ru-RU" sz="2000" b="1" dirty="0">
              <a:solidFill>
                <a:schemeClr val="tx2">
                  <a:lumMod val="50000"/>
                </a:schemeClr>
              </a:solidFill>
              <a:latin typeface="Montserrat" pitchFamily="2" charset="-52"/>
            </a:endParaRPr>
          </a:p>
          <a:p>
            <a:pPr algn="l"/>
            <a:endParaRPr lang="ru-RU" sz="2000" b="1" dirty="0">
              <a:solidFill>
                <a:schemeClr val="tx2">
                  <a:lumMod val="50000"/>
                </a:schemeClr>
              </a:solidFill>
              <a:latin typeface="Montserrat" pitchFamily="2" charset="-5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12137" y="256598"/>
            <a:ext cx="54409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Цель и задачи проекта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59" y="2054877"/>
            <a:ext cx="11296015" cy="16300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Цель – Спроектировать и р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азработать </a:t>
            </a:r>
            <a:r>
              <a:rPr lang="ru-RU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игру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 2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D-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платформер</a:t>
            </a:r>
            <a:r>
              <a:rPr lang="ru-RU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 на движке </a:t>
            </a:r>
            <a:r>
              <a:rPr lang="en-US" altLang="en-US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Unity .</a:t>
            </a:r>
          </a:p>
          <a:p>
            <a:pPr algn="l"/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Задач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:</a:t>
            </a:r>
          </a:p>
          <a:p>
            <a:pPr marL="457200" indent="-457200" algn="l">
              <a:buAutoNum type="arabicPeriod"/>
            </a:pP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Изучить механики 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Cinemachine, Tilemap,</a:t>
            </a: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 джоинтов, эффекторов, 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sprite render </a:t>
            </a: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и др.</a:t>
            </a:r>
          </a:p>
          <a:p>
            <a:pPr marL="457200" indent="-457200" algn="l">
              <a:buAutoNum type="arabicPeriod"/>
            </a:pP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Написать код для механик 2</a:t>
            </a:r>
            <a:r>
              <a:rPr lang="en-US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d </a:t>
            </a: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платформера</a:t>
            </a:r>
          </a:p>
          <a:p>
            <a:pPr marL="457200" indent="-457200" algn="l">
              <a:buAutoNum type="arabicPeriod"/>
            </a:pPr>
            <a:r>
              <a:rPr lang="ru-RU" alt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Создать проект!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75833" y="256598"/>
            <a:ext cx="7726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Анализ существующих решений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59" y="2054877"/>
            <a:ext cx="991008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Возможно, что у твоего проекта есть аналоги</a:t>
            </a: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Добавь на этот слайд фото и краткие описания аналогов</a:t>
            </a:r>
          </a:p>
          <a:p>
            <a:endParaRPr lang="ru-RU" sz="2000" dirty="0">
              <a:solidFill>
                <a:schemeClr val="tx2">
                  <a:lumMod val="50000"/>
                </a:schemeClr>
              </a:solidFill>
              <a:latin typeface="Montserrat" pitchFamily="2" charset="-52"/>
            </a:endParaRP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А на следующем слайде проанализируй уже существующие варианты</a:t>
            </a: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и ваш вариант решения проблемы. Выбери для них разные параметры:</a:t>
            </a:r>
          </a:p>
          <a:p>
            <a:r>
              <a:rPr lang="ru-RU" sz="2000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стоимость, затраты, материалы и т.п.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75833" y="256598"/>
            <a:ext cx="7726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Анализ существующих решений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321366" y="1975143"/>
          <a:ext cx="11549268" cy="5163672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87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7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73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7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559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bg1"/>
                          </a:solidFill>
                          <a:latin typeface="Montserrat SemiBold" pitchFamily="2" charset="-52"/>
                        </a:rPr>
                        <a:t>Параметр сравнения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ru-RU" sz="2000" dirty="0">
                          <a:latin typeface="Montserrat SemiBold" pitchFamily="2" charset="-52"/>
                        </a:rPr>
                        <a:t>Celeste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ru-RU" sz="2000" dirty="0">
                          <a:latin typeface="Montserrat SemiBold" pitchFamily="2" charset="-52"/>
                        </a:rPr>
                        <a:t>Hollow Knight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Montserrat SemiBold" pitchFamily="2" charset="-52"/>
                        </a:rPr>
                        <a:t>Ваше решение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5598"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Montserrat SemiBold" pitchFamily="2" charset="-52"/>
                        </a:rPr>
                        <a:t>Тип боя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Montserrat" pitchFamily="2" charset="-52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latin typeface="Montserrat" pitchFamily="2" charset="-52"/>
                        </a:rPr>
                        <a:t>Ближний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Montserrat" pitchFamily="2" charset="-52"/>
                        </a:rPr>
                        <a:t>Дальний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5598"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Montserrat SemiBold" pitchFamily="2" charset="-52"/>
                        </a:rPr>
                        <a:t>Сложность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latin typeface="Montserrat" pitchFamily="2" charset="-52"/>
                        </a:rPr>
                        <a:t>Экстремальная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latin typeface="Montserrat" pitchFamily="2" charset="-52"/>
                        </a:rPr>
                        <a:t>Высокая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Montserrat" pitchFamily="2" charset="-52"/>
                        </a:rPr>
                        <a:t>Увеличивующаяся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559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Montserrat SemiBold" pitchFamily="2" charset="-52"/>
                        </a:rPr>
                        <a:t>Секреты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latin typeface="Montserrat" pitchFamily="2" charset="-52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dirty="0">
                          <a:latin typeface="Montserrat" pitchFamily="2" charset="-52"/>
                        </a:rPr>
                        <a:t>Да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>
                          <a:latin typeface="Montserrat" pitchFamily="2" charset="-52"/>
                        </a:rPr>
                        <a:t>1 скрытый уровень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559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en-US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Montserrat SemiBold" pitchFamily="2" charset="-52"/>
                        </a:rPr>
                        <a:t>Движок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ru-RU">
                          <a:latin typeface="Montserrat" pitchFamily="2" charset="-52"/>
                        </a:rPr>
                        <a:t>XNA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ru-RU" dirty="0">
                          <a:latin typeface="Montserrat" pitchFamily="2" charset="-52"/>
                        </a:rPr>
                        <a:t>Unity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ru-RU">
                          <a:latin typeface="Montserrat" pitchFamily="2" charset="-52"/>
                        </a:rPr>
                        <a:t>Unity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cell3D prstMaterial="dkEdge">
                      <a:bevel/>
                      <a:lightRig rig="flood" dir="t"/>
                    </a:cell3D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01389" y="256598"/>
            <a:ext cx="69605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Потенциальные потребители</a:t>
            </a:r>
          </a:p>
        </p:txBody>
      </p:sp>
      <p:sp>
        <p:nvSpPr>
          <p:cNvPr id="2" name="Текстовое поле 1"/>
          <p:cNvSpPr txBox="1"/>
          <p:nvPr/>
        </p:nvSpPr>
        <p:spPr>
          <a:xfrm>
            <a:off x="356870" y="1571625"/>
            <a:ext cx="7548245" cy="33254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Montserrat" charset="0"/>
                <a:cs typeface="Montserrat" charset="0"/>
              </a:rPr>
              <a:t>Возраст: 14–35 лет.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ru-RU">
              <a:latin typeface="Montserrat" charset="0"/>
              <a:cs typeface="Montserrat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Montserrat" charset="0"/>
                <a:cs typeface="Montserrat" charset="0"/>
              </a:rPr>
              <a:t>Интересы: Любители инди-игр, ретро-гейминга и челленджей.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ru-RU">
              <a:latin typeface="Montserrat" charset="0"/>
              <a:cs typeface="Montserrat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Montserrat" charset="0"/>
                <a:cs typeface="Montserrat" charset="0"/>
              </a:rPr>
              <a:t>География: Весь мир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ru-RU">
              <a:latin typeface="Montserrat" charset="0"/>
              <a:cs typeface="Montserrat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>
                <a:latin typeface="Montserrat" charset="0"/>
                <a:cs typeface="Montserrat" charset="0"/>
              </a:rPr>
              <a:t>Типаж: Игроки, которые ценят «</a:t>
            </a:r>
            <a:r>
              <a:rPr lang="en-US" altLang="ru-RU">
                <a:latin typeface="Montserrat" charset="0"/>
                <a:cs typeface="Montserrat" charset="0"/>
              </a:rPr>
              <a:t>skill-based» </a:t>
            </a:r>
            <a:r>
              <a:rPr lang="en-US" altLang="en-US">
                <a:latin typeface="Montserrat" charset="0"/>
                <a:cs typeface="Montserrat" charset="0"/>
              </a:rPr>
              <a:t>геймплей (зависящий от навыка).</a:t>
            </a:r>
          </a:p>
        </p:txBody>
      </p:sp>
      <p:pic>
        <p:nvPicPr>
          <p:cNvPr id="3" name="Изображение 2"/>
          <p:cNvPicPr/>
          <p:nvPr/>
        </p:nvPicPr>
        <p:blipFill>
          <a:blip r:embed="rId3"/>
          <a:stretch>
            <a:fillRect/>
          </a:stretch>
        </p:blipFill>
        <p:spPr>
          <a:xfrm>
            <a:off x="7188200" y="1351280"/>
            <a:ext cx="405765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79484" y="256598"/>
            <a:ext cx="83359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200" dirty="0">
                <a:solidFill>
                  <a:schemeClr val="tx2">
                    <a:lumMod val="50000"/>
                  </a:schemeClr>
                </a:solidFill>
                <a:latin typeface="Montserrat ExtraBold" pitchFamily="2" charset="-52"/>
              </a:rPr>
              <a:t>Описание достигнутого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59" y="1084597"/>
            <a:ext cx="6550660" cy="16300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ru-RU" sz="2000" b="1" dirty="0">
                <a:solidFill>
                  <a:schemeClr val="tx2">
                    <a:lumMod val="50000"/>
                  </a:schemeClr>
                </a:solidFill>
                <a:latin typeface="Montserrat" pitchFamily="2" charset="-52"/>
              </a:rPr>
              <a:t>Как прошли предварительные испытания?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Полностью готов контроллер игрока</a:t>
            </a:r>
            <a:r>
              <a:rPr lang="ru-RU" altLang="en-US" sz="2000">
                <a:latin typeface="Montserrat" charset="0"/>
                <a:cs typeface="Montserrat" charset="0"/>
                <a:sym typeface="+mn-ea"/>
              </a:rPr>
              <a:t> и врагов</a:t>
            </a: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.</a:t>
            </a:r>
            <a:endParaRPr lang="en-US" altLang="ru-RU" sz="2000">
              <a:latin typeface="Montserrat" charset="0"/>
              <a:cs typeface="Montserrat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Настроена механика стрельбы и урон</a:t>
            </a:r>
            <a:r>
              <a:rPr lang="ru-RU" altLang="en-US" sz="2000">
                <a:latin typeface="Montserrat" charset="0"/>
                <a:cs typeface="Montserrat" charset="0"/>
                <a:sym typeface="+mn-ea"/>
              </a:rPr>
              <a:t>а</a:t>
            </a: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.</a:t>
            </a:r>
            <a:endParaRPr lang="en-US" altLang="ru-RU" sz="2000">
              <a:latin typeface="Montserrat" charset="0"/>
              <a:cs typeface="Montserrat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Спроектированы </a:t>
            </a:r>
            <a:r>
              <a:rPr lang="ru-RU" altLang="en-US" sz="2000">
                <a:latin typeface="Montserrat" charset="0"/>
                <a:cs typeface="Montserrat" charset="0"/>
                <a:sym typeface="+mn-ea"/>
              </a:rPr>
              <a:t>и изготовлены 4</a:t>
            </a: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 локаци</a:t>
            </a:r>
            <a:r>
              <a:rPr lang="ru-RU" altLang="en-US" sz="2000">
                <a:latin typeface="Montserrat" charset="0"/>
                <a:cs typeface="Montserrat" charset="0"/>
                <a:sym typeface="+mn-ea"/>
              </a:rPr>
              <a:t>и</a:t>
            </a: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.</a:t>
            </a:r>
            <a:endParaRPr lang="en-US" altLang="ru-RU" sz="2000">
              <a:latin typeface="Montserrat" charset="0"/>
              <a:cs typeface="Montserrat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sz="2000">
                <a:latin typeface="Montserrat" charset="0"/>
                <a:cs typeface="Montserrat" charset="0"/>
                <a:sym typeface="+mn-ea"/>
              </a:rPr>
              <a:t>Реализована логика финального босса.</a:t>
            </a:r>
            <a:endParaRPr lang="ru-RU" sz="2000" dirty="0">
              <a:solidFill>
                <a:schemeClr val="tx2">
                  <a:lumMod val="50000"/>
                </a:schemeClr>
              </a:solidFill>
              <a:latin typeface="Montserrat" pitchFamily="2" charset="-52"/>
            </a:endParaRPr>
          </a:p>
        </p:txBody>
      </p:sp>
      <p:pic>
        <p:nvPicPr>
          <p:cNvPr id="3" name="Изображение 2" descr="Снимок экрана 2026-05-19 17303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9865" y="1084580"/>
            <a:ext cx="3830320" cy="2152015"/>
          </a:xfrm>
          <a:prstGeom prst="rect">
            <a:avLst/>
          </a:prstGeom>
        </p:spPr>
      </p:pic>
      <p:pic>
        <p:nvPicPr>
          <p:cNvPr id="6" name="Изображение 5" descr="Снимок экрана 2026-05-19 1732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787140"/>
            <a:ext cx="4188460" cy="2338705"/>
          </a:xfrm>
          <a:prstGeom prst="rect">
            <a:avLst/>
          </a:prstGeom>
        </p:spPr>
      </p:pic>
      <p:pic>
        <p:nvPicPr>
          <p:cNvPr id="7" name="Изображение 6" descr="Снимок экрана 2026-05-19 1733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3034665"/>
            <a:ext cx="2411730" cy="3492500"/>
          </a:xfrm>
          <a:prstGeom prst="rect">
            <a:avLst/>
          </a:prstGeom>
        </p:spPr>
      </p:pic>
      <p:pic>
        <p:nvPicPr>
          <p:cNvPr id="8" name="Изображение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0790" y="3538220"/>
            <a:ext cx="4267835" cy="2559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246</Words>
  <Application>Microsoft Office PowerPoint</Application>
  <PresentationFormat>Широкоэкранный</PresentationFormat>
  <Paragraphs>57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Light</vt:lpstr>
      <vt:lpstr>Montserrat</vt:lpstr>
      <vt:lpstr>Montserrat ExtraBold</vt:lpstr>
      <vt:lpstr>Montserrat Medium</vt:lpstr>
      <vt:lpstr>Montserrat SemiBold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media krainova</dc:creator>
  <cp:lastModifiedBy>VR-10</cp:lastModifiedBy>
  <cp:revision>15</cp:revision>
  <dcterms:created xsi:type="dcterms:W3CDTF">2021-09-23T07:51:00Z</dcterms:created>
  <dcterms:modified xsi:type="dcterms:W3CDTF">2026-05-20T15:13:52Z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1049-12.1.0.26372</vt:lpwstr>
  </property>
  <property fmtid="{D5CDD505-2E9C-101B-9397-08002B2CF9AE}" pid="3" name="ICV">
    <vt:lpwstr>1DD6B9C3DDB34EA1B32A24938FAE6611_13</vt:lpwstr>
  </property>
</Properties>
</file>